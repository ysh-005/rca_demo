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Deterministic RCA via Multi-Source Correlation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Methodology &amp; Core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Evidence-first: conclusions come from triggered statistical rules. Gemini explains; it does not decide the root cause.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Layered correlation: HAR (browser) → Kibana (request trace) → Graylog (path) → Grafana (infra baseline).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Pipeline: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Extract — select up to 6 slow or priority APIs; shared query window per request.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Stitch — Kibana by requestId; Graylog ingress/calltracking/perfstats; Grafana incident vs 24h baseline.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Evaluate — THRESHOLD, SHARE, RELATIVE_BASELINE, MEDIAN_DEVIATION, PRESENT formulas → A/B/C/D.</a:t>
            </a:r>
          </a:p>
          <a:p>
            <a:pPr lvl="1"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Synthesize — score categories, disambiguate conflicts, build structured report + recommendations.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Translating Browser Time to Logic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HAR Decomposition &amp;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DevTools ↔ HAR mapping: Queueing→blocked | DNS→dns | Connect→connect | SSL→ssl | TTFB→wait | Download→receive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H01–H08 rules score each phase. H05 = (dns+connect+ssl) share ≥ 35% → true network path.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TTFB (wait) is ambiguous: includes RTT + ingress + queue + exec + DB until first byte.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Resolving ambiguity with Kibana: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H11 Network Gap: wait − (Kibana wait + exec + ES) &gt; 1000ms → time lost before/after backend trace (proxy/CDN/client).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H12 Backend Match: same gap &lt; 200ms → browser wait explained by backend → investigate B or C.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Note: DevTools shows Queueing and Stalled separately; HAR exports only blocked (often incomplete).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The Statistical Engine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25880"/>
          <a:ext cx="841248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474720"/>
              </a:tblGrid>
              <a:tr h="320039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Formula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Trigger logic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Typical use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value ≥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DNS ≥200ms, TTFB ≥2000ms, ES ≥1000ms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SHARE_OF_TOTAL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part / total ≥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TTFB ≥50% of duration; DB ≥70% of API time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RELATIVE_BASELINE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incident agg / baseline agg ≥ mult AND delta ≥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CPU p95 vs median; thread queue spike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MEDIAN_DEVIATION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|value − median| / median ≥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Outlier among repeated Kibana log lines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PRESENT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count &gt;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HTTP 4xx/5xx, ES timeout, ERROR logs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PRESENT_IF_BASELINE_LOW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incident &gt; 0 while baseline ≈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Thread/ES rejections only during incident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The Observability Triad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Correlating backend logs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Kibana (live truth) — per-request: networkTimeMs, totalWaitTimeMs, totalExecTimeMs, esTimeMs, timedOut, ERROR.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Drives H11/H12 gap cross-check with HAR wait. Primary classifier when VPN/index healthy.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Graylog (application context) — ingress: upstream/request share; calltracking: db+es+mongo share; perfstats: named spans.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Upstream share ≥80% → slowness at origin, not client DNS/TCP.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Grafana (infra saturation) — incident window vs baseline (~24h earlier, same pod/host).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CPU, memory, thread_queue, GC, ES latency, mongo scans — separates code path from hot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Cross-Source Disambiguation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Reconciling conflicts for final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One slow API yields dozens of signals. Weighted rule hits sum into A, B, C, D scores; highest wins.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Conflict: high HAR wait (symptom) vs high Kibana exec (B).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→ If Graylog ingress upstream ≥80% of request time: origin slow — favor B/C over pure network.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Conflict: high app slowness (B) vs high DB time (C).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→ If Graylog store time aligns with Kibana esTimeMs: shift to C.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Conflict: low HAR network leg but high Kibana ES.</a:t>
            </a:r>
          </a:p>
          <a:p>
            <a:pPr lvl="1">
              <a:spcAft>
                <a:spcPts val="600"/>
              </a:spcAft>
              <a:defRPr sz="1400">
                <a:solidFill>
                  <a:srgbClr val="333333"/>
                </a:solidFill>
              </a:defRPr>
            </a:pPr>
            <a:r>
              <a:t>→ Disambiguation note: database/ES likely root cause.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Confidence: rule weight (0–1), margin over 2nd category, count of agreeing live sources.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HAR Issue Mapping ("H" Codes)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25880"/>
          <a:ext cx="68580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371600"/>
                <a:gridCol w="320040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Math trigger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Routes to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Blocked (queue)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blocked/duration ≥ 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≥200ms OR share ≥20%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Connect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≥300ms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TLS/SSL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≥300ms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Network leg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(dns+connect+ssl)/duration ≥35%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Wait (TTFB)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share ≥50% OR wait ≥2000ms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Symptom → B/C via logs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Download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receive/duration ≥30%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send ≥500ms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Total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duration ≥3000ms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 (coarse)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HTTP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status ≥400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Network gap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wait − backend &gt;1000ms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 (locks proxy/network)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Backend 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gap &lt;200ms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B/C hint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Session Forensics ("P" Codes)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325880"/>
          <a:ext cx="6675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280160"/>
                <a:gridCol w="2560320"/>
                <a:gridCol w="2286000"/>
              </a:tblGrid>
              <a:tr h="3200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Report impact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High TTFB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wait ≥500ms on slow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Early backend investigation flag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Broad slowness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≥3 distinct APIs with wait ≥500ms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Systemic hint (not same-pod proof)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CDN cache miss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≥2 responses with MISS headers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Edge/cache misconfiguration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No compression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large JSON/text, no content-encoding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Explains H07 download bloat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Redirect chain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≥2 redirect 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Extra round-trips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Polling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≥4 calls same path, gap ≤10s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Frontend polling pattern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Auth cascade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≥3× 401 within 100ms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Token expiry storm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Serial waterfall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≥3 sequential non-overlapping APIs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Frontend blocking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CORS preflight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OPTIONS then API on same path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Extra round-trip per call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DNS delays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≥2 hosts with dns ≥200ms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Too many origins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Over-fetching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response ≥500KB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Pagination / field filtering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P12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Unoptimized images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image ≥200KB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</a:defRPr>
                      </a:pPr>
                      <a:r>
                        <a:t>Asset optimization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A365D"/>
                </a:solidFill>
              </a:defRPr>
            </a:pPr>
            <a:r>
              <a:t>The Final Slowness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Structured output for immediate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Primary bottleneck: A (Network), B (Backend/CPU), C (Database/ES), or D (Exception) + confidence.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Transparent evidence: triggered H/P issue IDs + rule hits with formula, threshold, and numeric proof.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Visual timelines: HAR phase breakdown vs Kibana segments (network → queue → exec → ES).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Source badges: live Kibana vs stubbed Graylog/Grafana clearly marked.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Disambiguation notes: e.g. gap analysis, upstream share, ES alignment.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Plain-English summary: Gemini narrates deterministic outcomes (optional).</a:t>
            </a:r>
          </a:p>
          <a:p>
            <a:pPr>
              <a:spcAft>
                <a:spcPts val="600"/>
              </a:spcAft>
              <a:defRPr sz="1500">
                <a:solidFill>
                  <a:srgbClr val="333333"/>
                </a:solidFill>
              </a:defRPr>
            </a:pPr>
            <a:r>
              <a:t>Recommended actions: primary RCA fix + forensic extras (e.g. pagination for P11, cache TTL for P03).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